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Village Economic Growth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0F0"/>
                </a:solidFill>
              </a:rPr>
              <a:t>Identifying India's Top 100 High-Growth Districts
Using Census Data &amp; Multi-Indicator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Data Source: Census of India 2011 | Kaggle Public Dataset
Analysis by: Tushar Joshi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• Economic growth at village/district level is largely invisible
• Traditional data sources miss ground-level activity
• No single metric captures true economic development
• Satellite data alone requires specialized processing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000"/>
                </a:solidFill>
              </a:rPr>
              <a:t>Our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• Identify Top 100 fastest growing districts in India
• Build reproducible scoring pipeline
• Use publicly available proxy indicators
• Visualize findings on interactive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0972800" cy="73152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864"/>
                </a:solidFill>
              </a:rPr>
              <a:t>Scope: 640 districts across all Indian states | Data: Census 2011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📊 India Census 2011 — District Level
Source: Kaggle Public Dataset (datameet)
Coverage: 640 districts, 118 variables
Variables include: Population, Income,
Education, Infrastructure, Digital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000"/>
                </a:solidFill>
              </a:rPr>
              <a:t>Scoring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🔵 Digital Score (25%) — Internet + Computer HH
🟢 Income Score (25%) — Higher income brackets
🟡 Infrastructure (20%) — Electric + LPG access
🟠 Education Score (15%) — Graduate education
🔴 Mobility Score (10%) — Vehicles + phones
⚪ Workforce Score (5%) — Non-farm workers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— Top 10 Districts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88720" cy="3657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280160"/>
            <a:ext cx="3200400" cy="3657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District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280160"/>
            <a:ext cx="2286000" cy="3657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Growth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118872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691640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Bangalore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Karnataka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691640"/>
            <a:ext cx="22860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100.0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75688"/>
            <a:ext cx="1188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2075688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2121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Mumbai Suburban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075688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2121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Maharashtra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075688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89.94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59736"/>
            <a:ext cx="118872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505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2459736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2505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Thane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459736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505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Maharashtra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459736"/>
            <a:ext cx="22860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5054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83.44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843784"/>
            <a:ext cx="1188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8895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2843784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Pune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2843784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Maharashtra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2843784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77.06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27832"/>
            <a:ext cx="118872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73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3227832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9164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Mumbai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3227832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Maharashtra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3227832"/>
            <a:ext cx="22860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3273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54.44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611880"/>
            <a:ext cx="1188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657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0" y="361188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916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N24 Parganas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361188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West Bengal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361188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325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51.26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995928"/>
            <a:ext cx="118872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041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0" y="3995928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1640" y="4041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Ahmadabad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3995928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74920" y="4041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Gujarat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3995928"/>
            <a:ext cx="22860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3252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50.76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79976"/>
            <a:ext cx="1188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4256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0" y="4379976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4425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Chennai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0" y="4379976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74920" y="4425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Tamil Nadu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4379976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32520" y="4425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49.90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764024"/>
            <a:ext cx="118872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809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45920" y="4764024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91640" y="4809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Rangareddy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0" y="4764024"/>
            <a:ext cx="32004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74920" y="4809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Andhra Pradesh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4764024"/>
            <a:ext cx="2286000" cy="36576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32520" y="4809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41.72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148072"/>
            <a:ext cx="1188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5193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#10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45920" y="5148072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9164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Kolkata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0" y="5148072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7492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West Bengal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86800" y="5148072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32520" y="5193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000"/>
                </a:solidFill>
              </a:rPr>
              <a:t>39.11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Insights &amp;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48640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🏆 Metro Dominance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Top 4 districts are all major metro areas.
Bangalore leads with perfect score of 100,
driven by highest digital and education scores.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🗺️ Southern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874519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Andhra Pradesh (15%), Tamil Nadu (14%) and
Maharashtra (14%) dominate Top 100.
South India shows strongest growth signals.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548640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📱 Digital is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Digital access score is the strongest
predictor of economic growth. Districts
with high internet penetration rank highest.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48640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⚠️ North-South Divide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4251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Northern states like UP, Bihar, MP are
underrepresented in top 100 despite large
populations — growth gap is significant.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 &amp; What We'd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0000"/>
                </a:solidFill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Data from 2011 Census — 13 years old
• District level, not village level
• No actual satellite imagery used
• Growth score based on static snapshot,
  not actual change over time
• Coordinates are approximated
  at state centroid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000"/>
                </a:solidFill>
              </a:rPr>
              <a:t>With More Time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Use NASA VIIRS nighttime lights data
  for 2019 vs 2024 comparison
• Integrate 2021 Census when available
• Add NDVI (vegetation) satellite data
• Village level granularity using
  Shrug dataset (IFMRleadnetwork)
• Build time-series growth tracking
• ML clustering to find growth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0F0"/>
                </a:solidFill>
              </a:rPr>
              <a:t>This analysis identifies India's top 100 economically growing districts
using a transparent, reproducible multi-indicator scoring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Bangalore, Mumbai Suburban &amp; Thane lead economic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Southern states dominate — Andhra Pradesh, Tamil Nadu, Maharashtra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381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Digital access is the strongest single predictor of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7705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Significant North-South divide needs policy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Data: Census of India 2011 | Tool: Python (Pandas, Folium, Plotly) | By: Tushar Joshi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